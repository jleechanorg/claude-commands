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WorldArchitect.AI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Tabletop RPG Platform</a:t>
            </a:r>
          </a:p>
          <a:p>
            <a:r>
              <a:t>Modern Development with Claude Code &amp; AI Tools</a:t>
            </a:r>
          </a:p>
          <a:p/>
          <a:p>
            <a:r>
              <a:t>July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WorldArchitect.AI?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Digital D&amp;D 5e Game Master</a:t>
            </a:r>
          </a:p>
          <a:p>
            <a:r>
              <a:t>• AI-powered storytelling engine</a:t>
            </a:r>
          </a:p>
          <a:p>
            <a:r>
              <a:t>• Live creation demonstration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1: Platform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 Demo Tasks:</a:t>
            </a:r>
          </a:p>
          <a:p>
            <a:r>
              <a:t>• Create campaign from scratch</a:t>
            </a:r>
          </a:p>
          <a:p>
            <a:r>
              <a:t>• Create character on the fly</a:t>
            </a:r>
          </a:p>
          <a:p>
            <a:r>
              <a:t>• Take one game action</a:t>
            </a:r>
          </a:p>
          <a:p>
            <a:r>
              <a:t>• Show AI storytelling in 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Efficiency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 Demo:</a:t>
            </a:r>
          </a:p>
          <a:p>
            <a:r>
              <a:t>• Run ccusage command</a:t>
            </a:r>
          </a:p>
          <a:p>
            <a:r>
              <a:t>• Compare to 00 Pro subscription</a:t>
            </a:r>
          </a:p>
          <a:p>
            <a:r>
              <a:t>• Calculate developer hours saved</a:t>
            </a:r>
          </a:p>
          <a:p>
            <a:r>
              <a:t>• Example: "This presentation: 30 min with AI vs 3-4 hours traditional"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2: Fix Debug Mode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 Coding:</a:t>
            </a:r>
          </a:p>
          <a:p>
            <a:r>
              <a:t>• Show current bright yellow UI issue</a:t>
            </a:r>
          </a:p>
          <a:p>
            <a:r>
              <a:t>• Live code the color change</a:t>
            </a:r>
          </a:p>
          <a:p>
            <a:r>
              <a:t>• Create PR with /pr command</a:t>
            </a:r>
          </a:p>
          <a:p>
            <a:r>
              <a:t>• Show GitHub with AI reviewers</a:t>
            </a:r>
          </a:p>
          <a:p>
            <a:r>
              <a:t>• Demo /copilot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3: Settings Page &amp; Debug Toggle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 /handoff Demos:</a:t>
            </a:r>
          </a:p>
          <a:p/>
          <a:p>
            <a:r>
              <a:t>1. Settings Page:</a:t>
            </a:r>
          </a:p>
          <a:p>
            <a:r>
              <a:t>• Gemini model selection</a:t>
            </a:r>
          </a:p>
          <a:p>
            <a:r>
              <a:t>• Firestore integration</a:t>
            </a:r>
          </a:p>
          <a:p/>
          <a:p>
            <a:r>
              <a:t>2. Debug Toggle Button:</a:t>
            </a:r>
          </a:p>
          <a:p>
            <a:r>
              <a:t>• Convert string to toggle</a:t>
            </a:r>
          </a:p>
          <a:p>
            <a:r>
              <a:t>• Show agent coordination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4: AI-Powered Tech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 /orch Demo:</a:t>
            </a:r>
          </a:p>
          <a:p>
            <a:r>
              <a:t>• Update README with tech analysis</a:t>
            </a:r>
          </a:p>
          <a:p>
            <a:r>
              <a:t>• Show /perp competitive comparison</a:t>
            </a:r>
          </a:p>
          <a:p>
            <a:r>
              <a:t>• Display actual agent prompt</a:t>
            </a:r>
          </a:p>
          <a:p>
            <a:r>
              <a:t>• Real-time results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Project 5: A2A SDK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28800"/>
            <a:ext cx="3657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Agent Hierarchy:</a:t>
            </a:r>
          </a:p>
          <a:p/>
          <a:p>
            <a:r>
              <a:t>Main Thread (You)</a:t>
            </a:r>
          </a:p>
          <a:p>
            <a:r>
              <a:t>└── Agents (Workers)</a:t>
            </a:r>
          </a:p>
          <a:p>
            <a:r>
              <a:t>      └── Subagents (Specialists)</a:t>
            </a:r>
          </a:p>
          <a:p/>
          <a:p>
            <a:r>
              <a:t>• /plan command demo</a:t>
            </a:r>
          </a:p>
          <a:p>
            <a:r>
              <a:t>• Two-layer worktree strategy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Development speed: 10x faster</a:t>
            </a:r>
          </a:p>
          <a:p>
            <a:r>
              <a:t>• Quality maintained through AI review</a:t>
            </a:r>
          </a:p>
          <a:p>
            <a:r>
              <a:t>• Cost: Fraction of traditional development</a:t>
            </a:r>
          </a:p>
          <a:p>
            <a:r>
              <a:t>• AI as mentor: Learn while building</a:t>
            </a:r>
          </a:p>
          <a:p>
            <a:r>
              <a:t>• One developer, enterprise capabilities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