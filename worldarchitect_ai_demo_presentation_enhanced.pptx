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WorldArchitect.AI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Tabletop RPG Platform</a:t>
            </a:r>
          </a:p>
          <a:p>
            <a:r>
              <a:t>Modern Development with Claude Code &amp; AI Tools</a:t>
            </a:r>
          </a:p>
          <a:p/>
          <a:p>
            <a:r>
              <a:t>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What is WorldArchitect.AI?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Digital D&amp;D 5e Game Master</a:t>
            </a:r>
          </a:p>
          <a:p>
            <a:r>
              <a:t>• AI-powered storytelling engine</a:t>
            </a:r>
          </a:p>
          <a:p>
            <a:r>
              <a:t>• Live creation demonstration</a:t>
            </a:r>
          </a:p>
          <a:p>
            <a:r>
              <a:t>• Real-time campaign management</a:t>
            </a:r>
          </a:p>
        </p:txBody>
      </p:sp>
      <p:pic>
        <p:nvPicPr>
          <p:cNvPr id="5" name="Picture 4" descr="ai_rpg_fantas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1: Platform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 Tasks:</a:t>
            </a:r>
          </a:p>
          <a:p>
            <a:r>
              <a:t>• Create campaign from scratch</a:t>
            </a:r>
          </a:p>
          <a:p>
            <a:r>
              <a:t>• Create character on the fly</a:t>
            </a:r>
          </a:p>
          <a:p>
            <a:r>
              <a:t>• Take one game action</a:t>
            </a:r>
          </a:p>
          <a:p>
            <a:r>
              <a:t>• Show AI storytelling in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Cost Efficiency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Live Demo:</a:t>
            </a:r>
          </a:p>
          <a:p>
            <a:r>
              <a:t>• Run ccusage command</a:t>
            </a:r>
          </a:p>
          <a:p>
            <a:r>
              <a:t>• Compare to _x0000_ Pro subscription</a:t>
            </a:r>
          </a:p>
          <a:p>
            <a:r>
              <a:t>• Calculate developer hours saved</a:t>
            </a:r>
          </a:p>
          <a:p>
            <a:r>
              <a:t>• Example: "This presentation: 30 min with AI vs 3-4 hours traditional"</a:t>
            </a:r>
          </a:p>
        </p:txBody>
      </p:sp>
      <p:pic>
        <p:nvPicPr>
          <p:cNvPr id="5" name="Picture 4" descr="cost_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Project 2: Fix Debug Mode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Live Coding:</a:t>
            </a:r>
          </a:p>
          <a:p>
            <a:r>
              <a:t>• Show current bright yellow UI issue</a:t>
            </a:r>
          </a:p>
          <a:p>
            <a:r>
              <a:t>• Live code the color change</a:t>
            </a:r>
          </a:p>
          <a:p>
            <a:r>
              <a:t>• Create PR with /pr command</a:t>
            </a:r>
          </a:p>
          <a:p>
            <a:r>
              <a:t>• Show GitHub with AI reviewers</a:t>
            </a:r>
          </a:p>
          <a:p>
            <a:r>
              <a:t>• Demo /copilot analysis</a:t>
            </a:r>
          </a:p>
        </p:txBody>
      </p:sp>
      <p:pic>
        <p:nvPicPr>
          <p:cNvPr id="5" name="Picture 4" descr="dev_work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3: Settings Page &amp; Debug Toggle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/handoff Demos:</a:t>
            </a:r>
          </a:p>
          <a:p/>
          <a:p>
            <a:r>
              <a:t>1. Settings Page:</a:t>
            </a:r>
          </a:p>
          <a:p>
            <a:r>
              <a:t>• Gemini model selection</a:t>
            </a:r>
          </a:p>
          <a:p>
            <a:r>
              <a:t>• Firestore integration</a:t>
            </a:r>
          </a:p>
          <a:p/>
          <a:p>
            <a:r>
              <a:t>2. Debug Toggle Button:</a:t>
            </a:r>
          </a:p>
          <a:p>
            <a:r>
              <a:t>• Convert string to toggle</a:t>
            </a:r>
          </a:p>
          <a:p>
            <a:r>
              <a:t>• Show agent coordination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4: AI-Powered Tech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/orch Demo:</a:t>
            </a:r>
          </a:p>
          <a:p>
            <a:r>
              <a:t>• Update README with tech analysis</a:t>
            </a:r>
          </a:p>
          <a:p>
            <a:r>
              <a:t>• Show /perp competitive comparison</a:t>
            </a:r>
          </a:p>
          <a:p>
            <a:r>
              <a:t>• Display actual agent prompt</a:t>
            </a:r>
          </a:p>
          <a:p>
            <a:r>
              <a:t>• Real-time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Project 5: A2A SDK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1828800" cy="731520"/>
          </a:xfrm>
          <a:prstGeom prst="rect">
            <a:avLst/>
          </a:prstGeom>
          <a:solidFill>
            <a:srgbClr val="3B7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Main Thread</a:t>
            </a:r>
          </a:p>
          <a:p>
            <a:r>
              <a:t>(You)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200400"/>
            <a:ext cx="1645920" cy="731520"/>
          </a:xfrm>
          <a:prstGeom prst="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Agent 1</a:t>
            </a:r>
          </a:p>
          <a:p>
            <a:r>
              <a:t>(Worker)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3200400"/>
            <a:ext cx="1645920" cy="731520"/>
          </a:xfrm>
          <a:prstGeom prst="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Agent 2</a:t>
            </a:r>
          </a:p>
          <a:p>
            <a:r>
              <a:t>(Worker)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1097280" cy="548640"/>
          </a:xfrm>
          <a:prstGeom prst="rect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Subagent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4572000"/>
            <a:ext cx="1097280" cy="548640"/>
          </a:xfrm>
          <a:prstGeom prst="rect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Subagent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4572000"/>
            <a:ext cx="1097280" cy="548640"/>
          </a:xfrm>
          <a:prstGeom prst="rect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Subagent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🚀 Development speed: 10x faster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✅ Quality maintained through AI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💰 Cost: Fraction of traditional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🎓 AI as mentor: Learn while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⚡ One developer, enterprise capabilities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